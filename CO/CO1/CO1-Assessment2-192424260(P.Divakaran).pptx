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CB7F-BF31-289C-6745-A85E33D6E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AEEB3-1400-D059-A8D5-A00002870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8148-675D-F3A8-E745-EBC7F23E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2BC1F-1029-B6ED-E662-E3DE0ECD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C75E7-F0FC-7F7E-EB64-9AC56C5A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08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A64-186A-813B-D303-BC3284AE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062D5-DF42-EBE0-75E6-AFBAB9679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CF0CD-3F88-9002-00D9-5F6A576BB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95961-3506-4092-B0E0-2F1DDFC7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23092-72D8-86D9-C650-685B26BB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69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A613-B636-D0C6-CA52-F21EBFDC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73DB-E9C6-4E5A-D1FD-B22765DC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84E1A-A86A-320D-46DB-DEA47FD5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3E55A-03C4-49A3-C3BF-83FBFDD0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A2170-2AE8-53A1-AF9B-583B683D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3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AE4B-EF91-5B46-11DB-55665416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DEAE8-E4DF-ACE6-95DB-ACFA119A1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D6737-3D01-6CB1-DFF3-51754160F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56EA2-C614-4E6A-18C5-1DE0AEA5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106B4-CF6C-E9BC-E28C-162C8CCC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33A17-7186-5F18-F78E-8FC5046E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9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BB93-293D-6C3B-92EE-FB0CFADC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7BDD5-6734-EA31-F826-1E676DF19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54F4B-D51C-1D64-63CE-7ECF79CDF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639F6-6241-677F-21F7-ADD70BA54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5F2B1-BCBF-F0A1-960E-0233B1B0D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4CC18-90B0-4565-9C96-F6635002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3A43A-8CDD-A764-E175-40592095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402A8-796D-43F9-20CC-0B824CAA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34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A306-B85D-645E-697E-58D34BB9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2D984-E421-2CFD-951A-BFC05C25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73800-8CF2-5AA5-6485-313FB96A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13545-4302-822E-BB9C-9B65DD5F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28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CEF83-10C8-26C0-0996-74505E75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E1A66-8028-366B-FE8E-0C67FCFE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3E723-D9E5-2529-9920-202EBED0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05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D6A40-C9BA-E51A-0716-4D647146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30AAC-D7DE-DBA1-2C30-192B13A2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F2D8F-B328-A8B6-721D-17565521E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ADDE7-BAF2-BDBF-3D23-8AA119EC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6A083-27B9-67B2-7A55-801E367B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77BD7-5735-F01B-205B-906F50A7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90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7F0F-E354-767D-F369-54ABB684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D47FC-3D28-A204-5645-7858755D7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8DAD3-24D1-7C3C-074D-1A23FE9CB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A8B6D-2F6F-B78B-CD23-411BE065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FAF83-CB09-51C5-C89A-F4CD8B14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CD9D8-1D57-2109-6D0E-87853C8C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91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76A2-21BF-2F9E-B8A4-10821EC2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4DABE-D911-316E-C06E-55DF21612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46FB2-D6DD-B0B8-99CA-2BDA7FAA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0AB91-E7E6-3949-31CD-1F969673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499D1-D3A7-5165-C523-50555E46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38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9606E-6066-76E2-11EB-C99C4D767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F6361-C655-E376-7E79-561E8D09F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3AF99-7DD3-B08C-43A6-0D3CC86E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CCB71-08D6-B61A-6C1B-D487EB00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5E11C-C860-649B-D4A8-F5A719A3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5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0D680-D0BD-F96D-82A1-77193A4B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64707-AE34-79F7-C733-64BC652EC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63A3-A8B1-AB49-C8F3-E6A318550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51D0A-69E4-4A54-8156-FC71FF7F564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E772-D5AE-B4C6-FC4C-FE9CB8B0B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00CBA-C34F-2411-BC45-596AC9CE7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CEB4F-6122-431D-AEF3-D17ACB814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7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1F3160-8E39-AB5D-3ADD-EF6EB7BA0A38}"/>
              </a:ext>
            </a:extLst>
          </p:cNvPr>
          <p:cNvSpPr txBox="1"/>
          <p:nvPr/>
        </p:nvSpPr>
        <p:spPr>
          <a:xfrm>
            <a:off x="238924" y="1112520"/>
            <a:ext cx="5156036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 📷 SMART PHOTO EDITING + OBJECT RECOGNITION + AR APP</a:t>
            </a:r>
          </a:p>
          <a:p>
            <a:endParaRPr lang="en-IN" sz="1400" dirty="0"/>
          </a:p>
          <a:p>
            <a:r>
              <a:rPr lang="en-IN" sz="1400" dirty="0"/>
              <a:t> </a:t>
            </a:r>
          </a:p>
          <a:p>
            <a:r>
              <a:rPr lang="en-IN" sz="1400" dirty="0"/>
              <a:t>       🖼 INPUT IMAGE                          ✨ MAGE PROCESSING                               </a:t>
            </a:r>
          </a:p>
          <a:p>
            <a:r>
              <a:rPr lang="en-IN" sz="1400" dirty="0"/>
              <a:t>        Camera / Gallery                                 • Denoise                    </a:t>
            </a:r>
          </a:p>
          <a:p>
            <a:r>
              <a:rPr lang="en-IN" sz="1400" dirty="0"/>
              <a:t>			   • Enhance                    </a:t>
            </a:r>
          </a:p>
          <a:p>
            <a:r>
              <a:rPr lang="en-IN" sz="1400" dirty="0"/>
              <a:t>                                                                        • Sharpen                    </a:t>
            </a:r>
          </a:p>
          <a:p>
            <a:endParaRPr lang="en-IN" sz="1400" dirty="0"/>
          </a:p>
          <a:p>
            <a:r>
              <a:rPr lang="en-IN" sz="1400" dirty="0"/>
              <a:t>                                                            </a:t>
            </a:r>
          </a:p>
          <a:p>
            <a:r>
              <a:rPr lang="en-IN" sz="1400" dirty="0"/>
              <a:t>                                       👁 COMPUTER VISION                 </a:t>
            </a:r>
          </a:p>
          <a:p>
            <a:r>
              <a:rPr lang="en-IN" sz="1400" dirty="0"/>
              <a:t> 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              </a:t>
            </a:r>
          </a:p>
          <a:p>
            <a:r>
              <a:rPr lang="en-IN" sz="1400" dirty="0"/>
              <a:t>                  Edge Detect            Feature Extract   Object Recognize</a:t>
            </a:r>
          </a:p>
          <a:p>
            <a:endParaRPr lang="en-IN" sz="1400" dirty="0"/>
          </a:p>
          <a:p>
            <a:r>
              <a:rPr lang="en-IN" sz="1400" dirty="0"/>
              <a:t>                                          🎯 Object Classification</a:t>
            </a:r>
          </a:p>
          <a:p>
            <a:r>
              <a:rPr lang="en-IN" sz="1400" dirty="0"/>
              <a:t>                                                 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A52868-ED3A-A89C-6F6A-CBE0D8464EE6}"/>
              </a:ext>
            </a:extLst>
          </p:cNvPr>
          <p:cNvSpPr/>
          <p:nvPr/>
        </p:nvSpPr>
        <p:spPr>
          <a:xfrm>
            <a:off x="6062527" y="1112520"/>
            <a:ext cx="5890549" cy="551757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┌─────────────────────┐                    ┌─────────┐  🎨 COMPUTER GRAPHICS                      🧠 AI Decision</a:t>
            </a:r>
          </a:p>
          <a:p>
            <a:r>
              <a:rPr lang="en-IN" dirty="0">
                <a:solidFill>
                  <a:schemeClr val="tx1"/>
                </a:solidFill>
              </a:rPr>
              <a:t>       • 3D Models                                        • Face Identified</a:t>
            </a:r>
          </a:p>
          <a:p>
            <a:r>
              <a:rPr lang="en-IN" dirty="0">
                <a:solidFill>
                  <a:schemeClr val="tx1"/>
                </a:solidFill>
              </a:rPr>
              <a:t>       • AR Filters </a:t>
            </a:r>
          </a:p>
          <a:p>
            <a:r>
              <a:rPr lang="en-IN" dirty="0">
                <a:solidFill>
                  <a:schemeClr val="tx1"/>
                </a:solidFill>
              </a:rPr>
              <a:t>       • Virtual Objects   </a:t>
            </a:r>
          </a:p>
          <a:p>
            <a:r>
              <a:rPr lang="en-IN" dirty="0">
                <a:solidFill>
                  <a:schemeClr val="tx1"/>
                </a:solidFill>
              </a:rPr>
              <a:t>                                            📱 FINAL AR OUTPUT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             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                              </a:t>
            </a:r>
          </a:p>
          <a:p>
            <a:r>
              <a:rPr lang="en-IN" dirty="0">
                <a:solidFill>
                  <a:schemeClr val="tx1"/>
                </a:solidFill>
              </a:rPr>
              <a:t>  </a:t>
            </a:r>
          </a:p>
          <a:p>
            <a:r>
              <a:rPr lang="en-IN" dirty="0">
                <a:solidFill>
                  <a:schemeClr val="tx1"/>
                </a:solidFill>
              </a:rPr>
              <a:t>     🌍 APPLICATIONS             </a:t>
            </a:r>
          </a:p>
          <a:p>
            <a:r>
              <a:rPr lang="en-IN" dirty="0">
                <a:solidFill>
                  <a:schemeClr val="tx1"/>
                </a:solidFill>
              </a:rPr>
              <a:t>     👓 Virtual Try-On             </a:t>
            </a:r>
          </a:p>
          <a:p>
            <a:r>
              <a:rPr lang="en-IN" dirty="0">
                <a:solidFill>
                  <a:schemeClr val="tx1"/>
                </a:solidFill>
              </a:rPr>
              <a:t>      📸 Google Lens                </a:t>
            </a:r>
          </a:p>
          <a:p>
            <a:r>
              <a:rPr lang="en-IN" dirty="0">
                <a:solidFill>
                  <a:schemeClr val="tx1"/>
                </a:solidFill>
              </a:rPr>
              <a:t>      😊 Face Unlock                 </a:t>
            </a:r>
          </a:p>
          <a:p>
            <a:r>
              <a:rPr lang="en-IN" dirty="0">
                <a:solidFill>
                  <a:schemeClr val="tx1"/>
                </a:solidFill>
              </a:rPr>
              <a:t>      🏥 Medical Imaging         </a:t>
            </a:r>
          </a:p>
          <a:p>
            <a:r>
              <a:rPr lang="en-IN" dirty="0">
                <a:solidFill>
                  <a:schemeClr val="tx1"/>
                </a:solidFill>
              </a:rPr>
              <a:t>     🚗 Self-Driving Cars           	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947C96E-5030-3E3B-C88F-145391CF5464}"/>
              </a:ext>
            </a:extLst>
          </p:cNvPr>
          <p:cNvSpPr/>
          <p:nvPr/>
        </p:nvSpPr>
        <p:spPr>
          <a:xfrm>
            <a:off x="5394960" y="2864484"/>
            <a:ext cx="667567" cy="244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1DFA9-C78B-DF08-1A4D-FF8287490780}"/>
              </a:ext>
            </a:extLst>
          </p:cNvPr>
          <p:cNvSpPr/>
          <p:nvPr/>
        </p:nvSpPr>
        <p:spPr>
          <a:xfrm>
            <a:off x="238924" y="228600"/>
            <a:ext cx="11160596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A company is developing a smart photo editing + object recognition + AR app.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Create a concept map connecting: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4" name="Arrow: Left-Up 13">
            <a:extLst>
              <a:ext uri="{FF2B5EF4-FFF2-40B4-BE49-F238E27FC236}">
                <a16:creationId xmlns:a16="http://schemas.microsoft.com/office/drawing/2014/main" id="{EFF0DD02-B767-66C5-F837-9AC304739B60}"/>
              </a:ext>
            </a:extLst>
          </p:cNvPr>
          <p:cNvSpPr/>
          <p:nvPr/>
        </p:nvSpPr>
        <p:spPr>
          <a:xfrm>
            <a:off x="9126792" y="3529781"/>
            <a:ext cx="875071" cy="200578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Left-Right-Up 14">
            <a:extLst>
              <a:ext uri="{FF2B5EF4-FFF2-40B4-BE49-F238E27FC236}">
                <a16:creationId xmlns:a16="http://schemas.microsoft.com/office/drawing/2014/main" id="{1F8F6237-77D4-74AB-8299-3373D3B36E98}"/>
              </a:ext>
            </a:extLst>
          </p:cNvPr>
          <p:cNvSpPr/>
          <p:nvPr/>
        </p:nvSpPr>
        <p:spPr>
          <a:xfrm rot="10800000">
            <a:off x="9286565" y="1956620"/>
            <a:ext cx="555524" cy="1152339"/>
          </a:xfrm>
          <a:prstGeom prst="leftRightUp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C1EBA3-5769-0B27-A6A9-057A29DE48CA}"/>
              </a:ext>
            </a:extLst>
          </p:cNvPr>
          <p:cNvSpPr/>
          <p:nvPr/>
        </p:nvSpPr>
        <p:spPr>
          <a:xfrm>
            <a:off x="2816942" y="1682647"/>
            <a:ext cx="1976284" cy="11818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E9586F-050B-1CBB-FADC-AEDF98CB373D}"/>
              </a:ext>
            </a:extLst>
          </p:cNvPr>
          <p:cNvSpPr/>
          <p:nvPr/>
        </p:nvSpPr>
        <p:spPr>
          <a:xfrm>
            <a:off x="373626" y="1682647"/>
            <a:ext cx="1691148" cy="7301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200000-8438-85AE-07D4-B31197133B3F}"/>
              </a:ext>
            </a:extLst>
          </p:cNvPr>
          <p:cNvSpPr/>
          <p:nvPr/>
        </p:nvSpPr>
        <p:spPr>
          <a:xfrm>
            <a:off x="6619320" y="4208206"/>
            <a:ext cx="2269041" cy="173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27F3A-EFF2-7E5D-A722-0F479FA6F216}"/>
              </a:ext>
            </a:extLst>
          </p:cNvPr>
          <p:cNvSpPr/>
          <p:nvPr/>
        </p:nvSpPr>
        <p:spPr>
          <a:xfrm>
            <a:off x="1710812" y="3043297"/>
            <a:ext cx="1976284" cy="2406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E057831-033C-5CF8-D00C-A1D931B9F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274011"/>
              </p:ext>
            </p:extLst>
          </p:nvPr>
        </p:nvGraphicFramePr>
        <p:xfrm>
          <a:off x="913381" y="3529781"/>
          <a:ext cx="403052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508">
                  <a:extLst>
                    <a:ext uri="{9D8B030D-6E8A-4147-A177-3AD203B41FA5}">
                      <a16:colId xmlns:a16="http://schemas.microsoft.com/office/drawing/2014/main" val="2005227980"/>
                    </a:ext>
                  </a:extLst>
                </a:gridCol>
                <a:gridCol w="1343508">
                  <a:extLst>
                    <a:ext uri="{9D8B030D-6E8A-4147-A177-3AD203B41FA5}">
                      <a16:colId xmlns:a16="http://schemas.microsoft.com/office/drawing/2014/main" val="2177406615"/>
                    </a:ext>
                  </a:extLst>
                </a:gridCol>
                <a:gridCol w="1343508">
                  <a:extLst>
                    <a:ext uri="{9D8B030D-6E8A-4147-A177-3AD203B41FA5}">
                      <a16:colId xmlns:a16="http://schemas.microsoft.com/office/drawing/2014/main" val="2839140870"/>
                    </a:ext>
                  </a:extLst>
                </a:gridCol>
              </a:tblGrid>
              <a:tr h="307560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🔹 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🔸 Mid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🔶 High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79558"/>
                  </a:ext>
                </a:extLst>
              </a:tr>
            </a:tbl>
          </a:graphicData>
        </a:graphic>
      </p:graphicFrame>
      <p:sp>
        <p:nvSpPr>
          <p:cNvPr id="28" name="Arrow: Left-Up 27">
            <a:extLst>
              <a:ext uri="{FF2B5EF4-FFF2-40B4-BE49-F238E27FC236}">
                <a16:creationId xmlns:a16="http://schemas.microsoft.com/office/drawing/2014/main" id="{F2ABFA6A-ABB7-D403-6D39-48E7873CA856}"/>
              </a:ext>
            </a:extLst>
          </p:cNvPr>
          <p:cNvSpPr/>
          <p:nvPr/>
        </p:nvSpPr>
        <p:spPr>
          <a:xfrm rot="10800000">
            <a:off x="1281634" y="3092236"/>
            <a:ext cx="314633" cy="420822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Left-Up 28">
            <a:extLst>
              <a:ext uri="{FF2B5EF4-FFF2-40B4-BE49-F238E27FC236}">
                <a16:creationId xmlns:a16="http://schemas.microsoft.com/office/drawing/2014/main" id="{36D3F857-5DCD-75C6-0829-3F75FD827DAF}"/>
              </a:ext>
            </a:extLst>
          </p:cNvPr>
          <p:cNvSpPr/>
          <p:nvPr/>
        </p:nvSpPr>
        <p:spPr>
          <a:xfrm rot="16200000">
            <a:off x="3945149" y="3032759"/>
            <a:ext cx="314633" cy="420822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56D7E302-0105-6AB2-151F-256DC9754E2D}"/>
              </a:ext>
            </a:extLst>
          </p:cNvPr>
          <p:cNvSpPr/>
          <p:nvPr/>
        </p:nvSpPr>
        <p:spPr>
          <a:xfrm>
            <a:off x="2698954" y="3311627"/>
            <a:ext cx="183413" cy="227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A1752C1-0CD1-C2A9-001F-BDCD63E92888}"/>
              </a:ext>
            </a:extLst>
          </p:cNvPr>
          <p:cNvSpPr/>
          <p:nvPr/>
        </p:nvSpPr>
        <p:spPr>
          <a:xfrm>
            <a:off x="2093331" y="1890136"/>
            <a:ext cx="667567" cy="244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Left-Up 31">
            <a:extLst>
              <a:ext uri="{FF2B5EF4-FFF2-40B4-BE49-F238E27FC236}">
                <a16:creationId xmlns:a16="http://schemas.microsoft.com/office/drawing/2014/main" id="{FC157F9D-A53B-70DC-ABAB-E4A6780AE75C}"/>
              </a:ext>
            </a:extLst>
          </p:cNvPr>
          <p:cNvSpPr/>
          <p:nvPr/>
        </p:nvSpPr>
        <p:spPr>
          <a:xfrm rot="10800000">
            <a:off x="2512140" y="2434813"/>
            <a:ext cx="314633" cy="420822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9FF13E-351A-2E6C-2045-9BFC31DCCFFF}"/>
              </a:ext>
            </a:extLst>
          </p:cNvPr>
          <p:cNvCxnSpPr>
            <a:cxnSpLocks/>
          </p:cNvCxnSpPr>
          <p:nvPr/>
        </p:nvCxnSpPr>
        <p:spPr>
          <a:xfrm>
            <a:off x="1438950" y="3856475"/>
            <a:ext cx="3440" cy="265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4E4A259-AEEB-6B3B-64DA-E19A51826CBA}"/>
              </a:ext>
            </a:extLst>
          </p:cNvPr>
          <p:cNvCxnSpPr>
            <a:cxnSpLocks/>
          </p:cNvCxnSpPr>
          <p:nvPr/>
        </p:nvCxnSpPr>
        <p:spPr>
          <a:xfrm>
            <a:off x="2835129" y="3880432"/>
            <a:ext cx="3440" cy="265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3B5676-9E76-F1BF-9ABA-E737EA13F88E}"/>
              </a:ext>
            </a:extLst>
          </p:cNvPr>
          <p:cNvCxnSpPr>
            <a:cxnSpLocks/>
          </p:cNvCxnSpPr>
          <p:nvPr/>
        </p:nvCxnSpPr>
        <p:spPr>
          <a:xfrm>
            <a:off x="4231308" y="3856475"/>
            <a:ext cx="3440" cy="265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: Left-Up 42">
            <a:extLst>
              <a:ext uri="{FF2B5EF4-FFF2-40B4-BE49-F238E27FC236}">
                <a16:creationId xmlns:a16="http://schemas.microsoft.com/office/drawing/2014/main" id="{4D58C4F8-F346-9724-16F8-42C7EA624CCB}"/>
              </a:ext>
            </a:extLst>
          </p:cNvPr>
          <p:cNvSpPr/>
          <p:nvPr/>
        </p:nvSpPr>
        <p:spPr>
          <a:xfrm>
            <a:off x="4231308" y="4391981"/>
            <a:ext cx="314633" cy="420822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Left-Up 43">
            <a:extLst>
              <a:ext uri="{FF2B5EF4-FFF2-40B4-BE49-F238E27FC236}">
                <a16:creationId xmlns:a16="http://schemas.microsoft.com/office/drawing/2014/main" id="{E8497524-6296-1744-B2DF-A779591CC309}"/>
              </a:ext>
            </a:extLst>
          </p:cNvPr>
          <p:cNvSpPr/>
          <p:nvPr/>
        </p:nvSpPr>
        <p:spPr>
          <a:xfrm rot="5400000">
            <a:off x="1412895" y="4409275"/>
            <a:ext cx="314633" cy="420822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3DE97C68-7DA3-5902-6F88-B1821775000D}"/>
              </a:ext>
            </a:extLst>
          </p:cNvPr>
          <p:cNvSpPr/>
          <p:nvPr/>
        </p:nvSpPr>
        <p:spPr>
          <a:xfrm>
            <a:off x="2718086" y="4375258"/>
            <a:ext cx="183413" cy="227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F0B806-6766-997E-A667-CB6CA0EA7CF3}"/>
              </a:ext>
            </a:extLst>
          </p:cNvPr>
          <p:cNvSpPr/>
          <p:nvPr/>
        </p:nvSpPr>
        <p:spPr>
          <a:xfrm>
            <a:off x="1805909" y="1152014"/>
            <a:ext cx="3434141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📷 CAMERA MOD</a:t>
            </a: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• LensEL</a:t>
            </a: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• Sensor</a:t>
            </a: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• Focal Length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99DB7A-7AFE-E82D-639F-315C950363AA}"/>
              </a:ext>
            </a:extLst>
          </p:cNvPr>
          <p:cNvSpPr/>
          <p:nvPr/>
        </p:nvSpPr>
        <p:spPr>
          <a:xfrm>
            <a:off x="6301740" y="1106487"/>
            <a:ext cx="3858260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🌄 IMAGE FORMATION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• Light Capture 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• 3D → 2D Projection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• Digital Image │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47584E-2A7F-3F55-2F4A-397BB29649A6}"/>
              </a:ext>
            </a:extLst>
          </p:cNvPr>
          <p:cNvSpPr/>
          <p:nvPr/>
        </p:nvSpPr>
        <p:spPr>
          <a:xfrm>
            <a:off x="3314073" y="3071260"/>
            <a:ext cx="5648960" cy="9372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│ ⚙ CAMERA CALIBRATION │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 │ ✓ Remove Lens Distortion │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 │ ✓ Estimate Intrinsic &amp; Extrinsic Parameters │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381F6B-682B-F383-2148-0F1C00AE5949}"/>
              </a:ext>
            </a:extLst>
          </p:cNvPr>
          <p:cNvSpPr/>
          <p:nvPr/>
        </p:nvSpPr>
        <p:spPr>
          <a:xfrm>
            <a:off x="2044782" y="4260381"/>
            <a:ext cx="8102436" cy="144600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 ┌──────────────────────────────┐ 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 👀 BINOCULAR VISION      ───►         📐 MULTIPLE VIEW GEOMETRY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 • Left &amp; Right Images                                     • Feature Matching 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           • Disparity                                                      • Camera Pose Estimation 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 • Depth Estimation                                       • Triangulation </a:t>
            </a:r>
          </a:p>
          <a:p>
            <a:pPr algn="ctr"/>
            <a:r>
              <a:rPr lang="en-IN" sz="2000" b="1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37A5E-8CD2-9B92-054A-FE4D7ED463B4}"/>
              </a:ext>
            </a:extLst>
          </p:cNvPr>
          <p:cNvSpPr/>
          <p:nvPr/>
        </p:nvSpPr>
        <p:spPr>
          <a:xfrm>
            <a:off x="3149025" y="5844939"/>
            <a:ext cx="5129447" cy="980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🏗 3D SCENE RECONSTRUCTION</a:t>
            </a:r>
          </a:p>
          <a:p>
            <a:pPr algn="ctr"/>
            <a:r>
              <a:rPr lang="en-IN" sz="1050" b="1" dirty="0">
                <a:solidFill>
                  <a:schemeClr val="tx1"/>
                </a:solidFill>
              </a:rPr>
              <a:t> │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</a:t>
            </a:r>
            <a:r>
              <a:rPr lang="en-IN" sz="1100" b="1" dirty="0">
                <a:solidFill>
                  <a:schemeClr val="tx1"/>
                </a:solidFill>
              </a:rPr>
              <a:t>▼</a:t>
            </a:r>
            <a:r>
              <a:rPr lang="en-IN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🌍 OUTPUT: 3D MAP / DIGITAL TWIN / NAVIGATION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ACD723-2765-0577-2E6D-2A6A7E79DFDB}"/>
              </a:ext>
            </a:extLst>
          </p:cNvPr>
          <p:cNvSpPr/>
          <p:nvPr/>
        </p:nvSpPr>
        <p:spPr>
          <a:xfrm>
            <a:off x="7236460" y="2453639"/>
            <a:ext cx="1592580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│ Captured Images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BA915C-049C-B017-FF3E-153534565CBE}"/>
              </a:ext>
            </a:extLst>
          </p:cNvPr>
          <p:cNvSpPr/>
          <p:nvPr/>
        </p:nvSpPr>
        <p:spPr>
          <a:xfrm>
            <a:off x="2703830" y="2496979"/>
            <a:ext cx="1805940" cy="352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│ Camera Parameters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28D2F-90BC-BFD5-BD44-B09ADEFF2238}"/>
              </a:ext>
            </a:extLst>
          </p:cNvPr>
          <p:cNvSpPr/>
          <p:nvPr/>
        </p:nvSpPr>
        <p:spPr>
          <a:xfrm>
            <a:off x="3314073" y="702390"/>
            <a:ext cx="4253214" cy="242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🚁 AUTONOMOUS DRONE VISION SYSTEM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F58251-5221-F07E-C1ED-140E38EA930C}"/>
              </a:ext>
            </a:extLst>
          </p:cNvPr>
          <p:cNvSpPr/>
          <p:nvPr/>
        </p:nvSpPr>
        <p:spPr>
          <a:xfrm>
            <a:off x="132080" y="0"/>
            <a:ext cx="11927840" cy="5064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400" dirty="0">
                <a:solidFill>
                  <a:schemeClr val="tx1"/>
                </a:solidFill>
              </a:rPr>
              <a:t>2. An autonomous drone captures images, calibrates cameras, estimates depth, and reconstructs a 3D scene. Draw a concept map linking:</a:t>
            </a:r>
          </a:p>
        </p:txBody>
      </p:sp>
      <p:sp>
        <p:nvSpPr>
          <p:cNvPr id="15" name="Arrow: Left-Right-Up 14">
            <a:extLst>
              <a:ext uri="{FF2B5EF4-FFF2-40B4-BE49-F238E27FC236}">
                <a16:creationId xmlns:a16="http://schemas.microsoft.com/office/drawing/2014/main" id="{254E1F2A-BB8F-E58A-2261-CDC2B2460FA5}"/>
              </a:ext>
            </a:extLst>
          </p:cNvPr>
          <p:cNvSpPr/>
          <p:nvPr/>
        </p:nvSpPr>
        <p:spPr>
          <a:xfrm rot="10800000">
            <a:off x="5151181" y="2471266"/>
            <a:ext cx="1356299" cy="554275"/>
          </a:xfrm>
          <a:prstGeom prst="leftRigh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AB8A446-0B62-66A7-900F-289AB7D421B8}"/>
              </a:ext>
            </a:extLst>
          </p:cNvPr>
          <p:cNvSpPr/>
          <p:nvPr/>
        </p:nvSpPr>
        <p:spPr>
          <a:xfrm>
            <a:off x="3400117" y="2318769"/>
            <a:ext cx="245723" cy="2019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6764C17-534D-225A-F5FC-7849EA50F881}"/>
              </a:ext>
            </a:extLst>
          </p:cNvPr>
          <p:cNvSpPr/>
          <p:nvPr/>
        </p:nvSpPr>
        <p:spPr>
          <a:xfrm>
            <a:off x="8032750" y="2226726"/>
            <a:ext cx="245723" cy="2019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596258B-F7FA-02CE-F016-27CA3A590834}"/>
              </a:ext>
            </a:extLst>
          </p:cNvPr>
          <p:cNvSpPr/>
          <p:nvPr/>
        </p:nvSpPr>
        <p:spPr>
          <a:xfrm>
            <a:off x="5892830" y="4028334"/>
            <a:ext cx="245723" cy="2019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Left-Right-Up 19">
            <a:extLst>
              <a:ext uri="{FF2B5EF4-FFF2-40B4-BE49-F238E27FC236}">
                <a16:creationId xmlns:a16="http://schemas.microsoft.com/office/drawing/2014/main" id="{FF973BD8-08A2-AA7B-0FD2-03110B299195}"/>
              </a:ext>
            </a:extLst>
          </p:cNvPr>
          <p:cNvSpPr/>
          <p:nvPr/>
        </p:nvSpPr>
        <p:spPr>
          <a:xfrm>
            <a:off x="5570772" y="1133836"/>
            <a:ext cx="517116" cy="382824"/>
          </a:xfrm>
          <a:prstGeom prst="leftRigh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0CAB813-B6E5-27DB-EC96-032DC155CBD9}"/>
              </a:ext>
            </a:extLst>
          </p:cNvPr>
          <p:cNvSpPr/>
          <p:nvPr/>
        </p:nvSpPr>
        <p:spPr>
          <a:xfrm>
            <a:off x="5769968" y="5605405"/>
            <a:ext cx="245723" cy="2019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273</Words>
  <Application>Microsoft Office PowerPoint</Application>
  <PresentationFormat>Widescreen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DIVA KARAN P</dc:creator>
  <cp:lastModifiedBy>DIVA KARAN P</cp:lastModifiedBy>
  <cp:revision>1</cp:revision>
  <dcterms:created xsi:type="dcterms:W3CDTF">2026-07-14T04:13:27Z</dcterms:created>
  <dcterms:modified xsi:type="dcterms:W3CDTF">2026-07-14T04:48:23Z</dcterms:modified>
</cp:coreProperties>
</file>